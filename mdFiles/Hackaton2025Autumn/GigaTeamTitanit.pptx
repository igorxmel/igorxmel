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6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61A26C-DCFA-5E41-8699-251881403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856E99C-701E-B630-5205-2B4E5F2E8D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DC6B1D-301C-FCF0-C68A-E5CCA5C05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9BFAD-2919-4637-970E-7DCECF14435F}" type="datetimeFigureOut">
              <a:rPr lang="ru-RU" smtClean="0"/>
              <a:t>26.10.2025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70FD55-576B-63D4-9CEB-AB29C7679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597787-B1F5-8FF7-9DA9-599F0BE76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B42A-86AE-4520-B424-B8B9237F40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5460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E7B4C7-72A0-A515-C300-4B0A76EC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ED4DA1-6BFB-6BC7-4F7D-6AD2FDFDD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00C006-AC55-70E8-0CBB-1205FCD0E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9BFAD-2919-4637-970E-7DCECF14435F}" type="datetimeFigureOut">
              <a:rPr lang="ru-RU" smtClean="0"/>
              <a:t>26.10.2025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5AD4E4-F7C2-8AB2-DCF7-11A93499F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9A5EB8-A2AE-83E4-6D7A-EF2ACC2F7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B42A-86AE-4520-B424-B8B9237F40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2864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2AEFED-CE7D-662F-2934-F85AF26B1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9AA389-CEBD-71C1-8686-0F17B65F9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EE2108-741D-0F5B-2028-044EF599C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9BFAD-2919-4637-970E-7DCECF14435F}" type="datetimeFigureOut">
              <a:rPr lang="ru-RU" smtClean="0"/>
              <a:t>26.10.2025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DA8433-F162-6AEF-1E4B-3AE949AEC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F3D92D-A823-3F52-96B4-4F74E1F56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B42A-86AE-4520-B424-B8B9237F40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0694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3F8FD0-3BBC-1A3E-7BEF-EC2CFFDCE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8C449A-1A88-C297-77E0-D409E3722E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435FB33-B2E0-4904-B773-975E1CD348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CC4358A-F7E1-2666-F3C0-263EBDEFE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9BFAD-2919-4637-970E-7DCECF14435F}" type="datetimeFigureOut">
              <a:rPr lang="ru-RU" smtClean="0"/>
              <a:t>26.10.2025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BD0D30F-3518-6D25-4BF0-47D2A5BA7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7A54D8F-2690-40B6-C5EB-61DEC5166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B42A-86AE-4520-B424-B8B9237F40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3416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C95562-8F0B-B9E0-D2F9-40C582C3D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F2C3FE-6311-D145-D4BD-2BBA97E7E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B092547-45E0-35B5-29B6-6A0DA41A29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A67F5FE-F43A-A35B-4A05-94C5F71319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779FAF6-CE38-4AAD-D277-299C7D49EA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1AB3787-B22F-7551-86EC-19177FE5E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9BFAD-2919-4637-970E-7DCECF14435F}" type="datetimeFigureOut">
              <a:rPr lang="ru-RU" smtClean="0"/>
              <a:t>26.10.2025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61AAECC-3726-35E8-E7CE-238325F62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CBCAEA9-5F09-2F54-6BDC-B033602E1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B42A-86AE-4520-B424-B8B9237F40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3586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4F8F16-FAFC-A906-AEA8-D9F0B05A7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C329034-376D-0A48-4215-82A9DB5A4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9BFAD-2919-4637-970E-7DCECF14435F}" type="datetimeFigureOut">
              <a:rPr lang="ru-RU" smtClean="0"/>
              <a:t>26.10.2025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72D935F-A412-2DBB-FEAB-B1B3D0CB3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4FC4FA9-5037-386D-CF8C-26DD79E4C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B42A-86AE-4520-B424-B8B9237F40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1889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BB466BC-08B9-51E5-3561-A4F81FB29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9BFAD-2919-4637-970E-7DCECF14435F}" type="datetimeFigureOut">
              <a:rPr lang="ru-RU" smtClean="0"/>
              <a:t>26.10.2025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234EA55-87D6-C625-6F93-27D49A813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7FD18E1-5651-027B-5C11-5ADDC5178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B42A-86AE-4520-B424-B8B9237F40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3298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9D553A-789E-000F-C3A9-6C6C41D11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402E5A-3CA0-F5FB-2A2E-500A3D91F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26B2820-0A22-9FE0-F27F-20C94A1E1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64415B-98D6-5948-47DE-1F3295D78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9BFAD-2919-4637-970E-7DCECF14435F}" type="datetimeFigureOut">
              <a:rPr lang="ru-RU" smtClean="0"/>
              <a:t>26.10.2025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0E0D34D-746B-EF87-6803-3C9D4D3BE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9B4A083-8BB8-1810-59EB-F4D55FC02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B42A-86AE-4520-B424-B8B9237F40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0551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943DDC-818C-340B-A1DC-1F444B971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CC5CCBD-9127-671D-6314-4B2E027112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CB30D3F-8BE3-A9C9-7617-25DC7631F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ED73B13-8885-73F1-EC1B-75B5A5BCC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9BFAD-2919-4637-970E-7DCECF14435F}" type="datetimeFigureOut">
              <a:rPr lang="ru-RU" smtClean="0"/>
              <a:t>26.10.2025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C14A308-6B19-8AD9-8A96-ED3E98B01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20BD58F-3C75-0AD7-8CAB-5E8F3FC21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B42A-86AE-4520-B424-B8B9237F40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8452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9F21F3-2EF3-A100-330A-7BBCDB808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FA64C93-AFA7-8C96-4B1B-0FD362288E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25DFA2-ECD6-4CF7-671A-921DD4F17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9BFAD-2919-4637-970E-7DCECF14435F}" type="datetimeFigureOut">
              <a:rPr lang="ru-RU" smtClean="0"/>
              <a:t>26.10.2025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C782B4-E592-DD56-C498-668AD40EF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C3F7A5-B086-68F7-C7F1-8A65FAD2B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B42A-86AE-4520-B424-B8B9237F40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3206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D241305-3702-DEA5-1C3F-4B8941E509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78D442A-F0A2-9B86-5362-F7033BD2C7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0FDB6E-8199-CE72-FF1D-2BF864772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9BFAD-2919-4637-970E-7DCECF14435F}" type="datetimeFigureOut">
              <a:rPr lang="ru-RU" smtClean="0"/>
              <a:t>26.10.2025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8ED2F6-105E-1C20-E5CB-5ABBBA152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5BF164-CC30-7793-FB82-138661C7A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B42A-86AE-4520-B424-B8B9237F40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7813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D745C2-E228-21F0-3C05-BCEC1C4C2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61C83D-9FE3-4A1E-8D59-4B9D3A9B9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144E0FB-2D9E-D791-99A8-C730ECF472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19BFAD-2919-4637-970E-7DCECF14435F}" type="datetimeFigureOut">
              <a:rPr lang="ru-RU" smtClean="0"/>
              <a:t>26.10.2025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265D9F-5105-6B27-BFFC-F147B6551C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60A51A-914E-6799-E2D9-E617FCC7B8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3BB42A-86AE-4520-B424-B8B9237F40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1306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11BA2B-1BCF-B8D9-3047-74D385E29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7755" y="658340"/>
            <a:ext cx="5422711" cy="1347881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0056FC"/>
                </a:solidFill>
              </a:rPr>
              <a:t>Giga</a:t>
            </a:r>
            <a:r>
              <a:rPr lang="en-US" b="1" dirty="0"/>
              <a:t>NET</a:t>
            </a:r>
            <a:r>
              <a:rPr lang="ru-RU" dirty="0"/>
              <a:t> 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63BC1F1-7B65-AD0E-7BAF-A1E946EA17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755" y="3254020"/>
            <a:ext cx="6455505" cy="1721839"/>
          </a:xfrm>
        </p:spPr>
        <p:txBody>
          <a:bodyPr>
            <a:normAutofit lnSpcReduction="10000"/>
          </a:bodyPr>
          <a:lstStyle/>
          <a:p>
            <a:pPr algn="l"/>
            <a:r>
              <a:rPr lang="en-US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Добро пожаловать! Мы рады представить вам наше новое программное решение: </a:t>
            </a:r>
            <a:r>
              <a:rPr lang="ru-RU" kern="0" spc="-3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интеллектуальная платформа, которая помогает пользователям находить нужных людей для широкого круга задач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8E59FCF-932E-5AEE-6B62-854C139F66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61869" y="1139270"/>
            <a:ext cx="4352376" cy="422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98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34C80F7-A674-92CC-96C6-CE92D1D60540}"/>
              </a:ext>
            </a:extLst>
          </p:cNvPr>
          <p:cNvSpPr/>
          <p:nvPr/>
        </p:nvSpPr>
        <p:spPr>
          <a:xfrm>
            <a:off x="838200" y="1576417"/>
            <a:ext cx="5581650" cy="491645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29000">
                <a:srgbClr val="78A7FD"/>
              </a:gs>
              <a:gs pos="100000">
                <a:srgbClr val="0056FC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56FC"/>
              </a:solidFill>
            </a:endParaRPr>
          </a:p>
        </p:txBody>
      </p:sp>
      <p:pic>
        <p:nvPicPr>
          <p:cNvPr id="13" name="Рисунок 12" descr="Изображение выглядит как небо, человек, Человеческое лицо, на открытом воздух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C6A4AB6-4D4C-5435-2054-E565EBCB7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448" y="4001036"/>
            <a:ext cx="1652035" cy="220271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75C3FD-F5C8-4E04-50FD-D27200AE3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56FC"/>
                </a:solidFill>
              </a:rPr>
              <a:t>Giga Team</a:t>
            </a:r>
            <a:endParaRPr lang="ru-RU" b="1" dirty="0">
              <a:solidFill>
                <a:srgbClr val="0056FC"/>
              </a:solidFill>
            </a:endParaRPr>
          </a:p>
        </p:txBody>
      </p:sp>
      <p:pic>
        <p:nvPicPr>
          <p:cNvPr id="15" name="Рисунок 14" descr="Изображение выглядит как человек, Человеческое лицо, в помещении, одежд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C25161A-9951-76D3-1220-C76863D06E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8482" y="1798324"/>
            <a:ext cx="1652034" cy="2207312"/>
          </a:xfrm>
          <a:prstGeom prst="rect">
            <a:avLst/>
          </a:prstGeom>
        </p:spPr>
      </p:pic>
      <p:pic>
        <p:nvPicPr>
          <p:cNvPr id="17" name="Рисунок 16" descr="Изображение выглядит как человек, на открытом воздухе, небо, Человеческое лицо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0E7944C-FCA1-2046-6EB2-1DD16277EB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448" y="1798324"/>
            <a:ext cx="1652034" cy="2202712"/>
          </a:xfrm>
          <a:prstGeom prst="rect">
            <a:avLst/>
          </a:prstGeom>
        </p:spPr>
      </p:pic>
      <p:pic>
        <p:nvPicPr>
          <p:cNvPr id="19" name="Рисунок 18" descr="Изображение выглядит как человек, Человеческое лицо, одежда, Наушники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11527D4-0EEE-E39D-DCCA-018740FFC4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0516" y="1798324"/>
            <a:ext cx="1655484" cy="2207311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человек, Быстрое питание, Легкая закуска, одежд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E93CE7A-513D-4D8D-CE14-BC363E7E68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8791" y="4001036"/>
            <a:ext cx="1652033" cy="2202711"/>
          </a:xfrm>
          <a:prstGeom prst="rect">
            <a:avLst/>
          </a:prstGeom>
        </p:spPr>
      </p:pic>
      <p:pic>
        <p:nvPicPr>
          <p:cNvPr id="9" name="Объект 8" descr="Изображение выглядит как Человеческое лицо, человек, Наушники, улыбк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DB7CF99-C365-9CD7-81E9-7551F9F77D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6757" y="4001036"/>
            <a:ext cx="1655484" cy="2202711"/>
          </a:xfr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532F2B02-86CD-5F70-FB08-02DC81FB37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6600" y="2137946"/>
            <a:ext cx="3726180" cy="37261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542151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5B5676-EFFF-3695-2C54-502D1F0A8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056FC"/>
                </a:solidFill>
              </a:rPr>
              <a:t>Проблематика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BBB94F-0334-5C87-85B3-4F1932940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b="0" i="0" dirty="0">
                <a:effectLst/>
                <a:latin typeface="fkGroteskNeue"/>
              </a:rPr>
              <a:t>Людям </a:t>
            </a:r>
            <a:r>
              <a:rPr lang="ru-RU" b="1" i="0" dirty="0">
                <a:effectLst/>
                <a:latin typeface="fkGroteskNeue"/>
              </a:rPr>
              <a:t>трудно</a:t>
            </a:r>
            <a:r>
              <a:rPr lang="ru-RU" b="0" i="0" dirty="0">
                <a:effectLst/>
                <a:latin typeface="fkGroteskNeue"/>
              </a:rPr>
              <a:t> быстро находить релевантных собеседников, партнеров по проектам, наставников или друзей в одном месте без шума и нерелевантных контактов.​</a:t>
            </a:r>
            <a:br>
              <a:rPr lang="ru-RU" dirty="0"/>
            </a:br>
            <a:r>
              <a:rPr lang="ru-RU" b="0" i="0" dirty="0">
                <a:effectLst/>
                <a:latin typeface="fkGroteskNeue"/>
              </a:rPr>
              <a:t>Классические соцсети и мессенджеры </a:t>
            </a:r>
            <a:r>
              <a:rPr lang="ru-RU" b="1" i="0" dirty="0">
                <a:effectLst/>
                <a:latin typeface="fkGroteskNeue"/>
              </a:rPr>
              <a:t>не оптимизированы </a:t>
            </a:r>
            <a:r>
              <a:rPr lang="ru-RU" b="0" i="0" dirty="0">
                <a:effectLst/>
                <a:latin typeface="fkGroteskNeue"/>
              </a:rPr>
              <a:t>под совместимость по целям, навыкам и интересам, поэтому поиск </a:t>
            </a:r>
            <a:r>
              <a:rPr lang="ru-RU" b="1" i="0" dirty="0">
                <a:effectLst/>
                <a:latin typeface="fkGroteskNeue"/>
              </a:rPr>
              <a:t>требует много времени </a:t>
            </a:r>
            <a:r>
              <a:rPr lang="ru-RU" b="0" i="0" dirty="0">
                <a:effectLst/>
                <a:latin typeface="fkGroteskNeue"/>
              </a:rPr>
              <a:t>и </a:t>
            </a:r>
            <a:r>
              <a:rPr lang="ru-RU" b="1" i="0" dirty="0">
                <a:effectLst/>
                <a:latin typeface="fkGroteskNeue"/>
              </a:rPr>
              <a:t>ручной фильтрации</a:t>
            </a:r>
            <a:r>
              <a:rPr lang="ru-RU" b="0" i="0" dirty="0">
                <a:effectLst/>
                <a:latin typeface="fkGroteskNeue"/>
              </a:rPr>
              <a:t>.</a:t>
            </a:r>
          </a:p>
          <a:p>
            <a:pPr marL="0" indent="0" algn="just">
              <a:buNone/>
            </a:pPr>
            <a:r>
              <a:rPr lang="ru-RU" b="0" i="0" dirty="0">
                <a:effectLst/>
                <a:latin typeface="fkGroteskNeue"/>
              </a:rPr>
              <a:t>​</a:t>
            </a:r>
            <a:br>
              <a:rPr lang="ru-RU" dirty="0"/>
            </a:br>
            <a:r>
              <a:rPr lang="ru-RU" b="0" i="0" dirty="0">
                <a:solidFill>
                  <a:srgbClr val="0056FC"/>
                </a:solidFill>
                <a:effectLst/>
                <a:latin typeface="fkGroteskNeue"/>
              </a:rPr>
              <a:t>Требуется инструмент с умной персонализацией и прозрачной логикой подбора для </a:t>
            </a:r>
            <a:r>
              <a:rPr lang="ru-RU" b="1" dirty="0">
                <a:solidFill>
                  <a:srgbClr val="0056FC"/>
                </a:solidFill>
                <a:effectLst/>
                <a:latin typeface="fkGroteskNeue"/>
              </a:rPr>
              <a:t>разных жизненных сценариев </a:t>
            </a:r>
            <a:r>
              <a:rPr lang="ru-RU" b="0" i="0" dirty="0">
                <a:solidFill>
                  <a:srgbClr val="0056FC"/>
                </a:solidFill>
                <a:effectLst/>
                <a:latin typeface="fkGroteskNeue"/>
              </a:rPr>
              <a:t>— </a:t>
            </a:r>
            <a:r>
              <a:rPr lang="ru-RU" i="0" dirty="0">
                <a:solidFill>
                  <a:srgbClr val="0056FC"/>
                </a:solidFill>
                <a:effectLst/>
                <a:latin typeface="fkGroteskNeue"/>
              </a:rPr>
              <a:t>от дружбы до HR и стартапов.</a:t>
            </a:r>
            <a:endParaRPr lang="ru-RU" dirty="0">
              <a:solidFill>
                <a:srgbClr val="0056F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9591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905606-8D4C-F2F8-1732-638F0A86C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056FC"/>
                </a:solidFill>
              </a:rPr>
              <a:t>Стек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C0369E-A19D-4EF4-3A9C-BD5D976EE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Wingdings" panose="05000000000000000000" pitchFamily="2" charset="2"/>
              <a:buChar char="q"/>
            </a:pPr>
            <a:r>
              <a:rPr lang="ru-RU" b="0" i="0" dirty="0">
                <a:solidFill>
                  <a:srgbClr val="0056FC"/>
                </a:solidFill>
                <a:effectLst/>
                <a:latin typeface="fkGroteskNeue"/>
              </a:rPr>
              <a:t>Back-</a:t>
            </a:r>
            <a:r>
              <a:rPr lang="ru-RU" b="0" i="0" dirty="0" err="1">
                <a:solidFill>
                  <a:srgbClr val="0056FC"/>
                </a:solidFill>
                <a:effectLst/>
                <a:latin typeface="fkGroteskNeue"/>
              </a:rPr>
              <a:t>end</a:t>
            </a:r>
            <a:r>
              <a:rPr lang="ru-RU" b="0" i="0" dirty="0">
                <a:solidFill>
                  <a:srgbClr val="0056FC"/>
                </a:solidFill>
                <a:effectLst/>
                <a:latin typeface="fkGroteskNeue"/>
              </a:rPr>
              <a:t>:</a:t>
            </a:r>
            <a:r>
              <a:rPr lang="ru-RU" b="0" i="0" dirty="0">
                <a:effectLst/>
                <a:latin typeface="fkGroteskNeue"/>
              </a:rPr>
              <a:t> </a:t>
            </a:r>
            <a:r>
              <a:rPr lang="ru-RU" b="0" i="0" dirty="0">
                <a:solidFill>
                  <a:srgbClr val="0056FC"/>
                </a:solidFill>
                <a:effectLst/>
                <a:latin typeface="fkGroteskNeue"/>
              </a:rPr>
              <a:t>Python (</a:t>
            </a:r>
            <a:r>
              <a:rPr lang="ru-RU" b="0" i="0" dirty="0" err="1">
                <a:solidFill>
                  <a:srgbClr val="0056FC"/>
                </a:solidFill>
                <a:effectLst/>
                <a:latin typeface="fkGroteskNeue"/>
              </a:rPr>
              <a:t>FastAPI</a:t>
            </a:r>
            <a:r>
              <a:rPr lang="ru-RU" b="0" i="0" dirty="0">
                <a:solidFill>
                  <a:srgbClr val="0056FC"/>
                </a:solidFill>
                <a:effectLst/>
                <a:latin typeface="fkGroteskNeue"/>
              </a:rPr>
              <a:t>)</a:t>
            </a:r>
            <a:r>
              <a:rPr lang="ru-RU" b="0" i="0" dirty="0">
                <a:effectLst/>
                <a:latin typeface="fkGroteskNeue"/>
              </a:rPr>
              <a:t>, интеграция с </a:t>
            </a:r>
            <a:r>
              <a:rPr lang="ru-RU" b="0" i="0" dirty="0">
                <a:solidFill>
                  <a:srgbClr val="0056FC"/>
                </a:solidFill>
                <a:effectLst/>
                <a:latin typeface="fkGroteskNeue"/>
              </a:rPr>
              <a:t>ML</a:t>
            </a:r>
            <a:r>
              <a:rPr lang="ru-RU" b="0" i="0" dirty="0">
                <a:effectLst/>
                <a:latin typeface="fkGroteskNeue"/>
              </a:rPr>
              <a:t>-</a:t>
            </a:r>
            <a:r>
              <a:rPr lang="ru-RU" b="0" i="0" dirty="0" err="1">
                <a:effectLst/>
                <a:latin typeface="fkGroteskNeue"/>
              </a:rPr>
              <a:t>пайплайном</a:t>
            </a:r>
            <a:r>
              <a:rPr lang="ru-RU" b="0" i="0" dirty="0">
                <a:effectLst/>
                <a:latin typeface="fkGroteskNeue"/>
              </a:rPr>
              <a:t>, </a:t>
            </a:r>
            <a:r>
              <a:rPr lang="en-US" dirty="0" err="1">
                <a:solidFill>
                  <a:srgbClr val="0056FC"/>
                </a:solidFill>
                <a:latin typeface="fkGroteskNeue"/>
              </a:rPr>
              <a:t>P</a:t>
            </a:r>
            <a:r>
              <a:rPr lang="en-US" b="0" i="0" dirty="0" err="1">
                <a:solidFill>
                  <a:srgbClr val="0056FC"/>
                </a:solidFill>
                <a:effectLst/>
                <a:latin typeface="fkGroteskNeue"/>
              </a:rPr>
              <a:t>ostgreSql</a:t>
            </a:r>
            <a:r>
              <a:rPr lang="en-US" b="0" i="0" dirty="0">
                <a:effectLst/>
                <a:latin typeface="fkGroteskNeue"/>
              </a:rPr>
              <a:t> </a:t>
            </a:r>
            <a:r>
              <a:rPr lang="ru-RU" b="0" i="0" dirty="0">
                <a:effectLst/>
                <a:latin typeface="fkGroteskNeue"/>
              </a:rPr>
              <a:t>.​</a:t>
            </a:r>
          </a:p>
          <a:p>
            <a:pPr algn="l">
              <a:buFont typeface="Wingdings" panose="05000000000000000000" pitchFamily="2" charset="2"/>
              <a:buChar char="q"/>
            </a:pPr>
            <a:r>
              <a:rPr lang="ru-RU" b="0" i="0" dirty="0">
                <a:solidFill>
                  <a:srgbClr val="0056FC"/>
                </a:solidFill>
                <a:effectLst/>
                <a:latin typeface="fkGroteskNeue"/>
              </a:rPr>
              <a:t>ML:</a:t>
            </a:r>
            <a:r>
              <a:rPr lang="en-US" b="0" i="0" dirty="0">
                <a:solidFill>
                  <a:srgbClr val="0056FC"/>
                </a:solidFill>
                <a:effectLst/>
                <a:latin typeface="fkGroteskNeue"/>
              </a:rPr>
              <a:t> </a:t>
            </a:r>
            <a:r>
              <a:rPr lang="ru-RU" b="0" i="0" dirty="0">
                <a:effectLst/>
                <a:latin typeface="fkGroteskNeue"/>
              </a:rPr>
              <a:t>наиболее релевантный </a:t>
            </a:r>
            <a:r>
              <a:rPr lang="ru-RU" dirty="0">
                <a:latin typeface="fkGroteskNeue"/>
              </a:rPr>
              <a:t>подбор кандидатов</a:t>
            </a:r>
            <a:r>
              <a:rPr lang="ru-RU" b="0" i="0" dirty="0">
                <a:effectLst/>
                <a:latin typeface="fkGroteskNeue"/>
              </a:rPr>
              <a:t>.​</a:t>
            </a:r>
          </a:p>
          <a:p>
            <a:pPr algn="l">
              <a:buFont typeface="Wingdings" panose="05000000000000000000" pitchFamily="2" charset="2"/>
              <a:buChar char="q"/>
            </a:pPr>
            <a:r>
              <a:rPr lang="ru-RU" b="0" i="0" dirty="0">
                <a:solidFill>
                  <a:srgbClr val="0056FC"/>
                </a:solidFill>
                <a:effectLst/>
                <a:latin typeface="fkGroteskNeue"/>
              </a:rPr>
              <a:t>Front-</a:t>
            </a:r>
            <a:r>
              <a:rPr lang="ru-RU" b="0" i="0" dirty="0" err="1">
                <a:solidFill>
                  <a:srgbClr val="0056FC"/>
                </a:solidFill>
                <a:effectLst/>
                <a:latin typeface="fkGroteskNeue"/>
              </a:rPr>
              <a:t>end</a:t>
            </a:r>
            <a:r>
              <a:rPr lang="ru-RU" b="0" i="0" dirty="0">
                <a:solidFill>
                  <a:srgbClr val="0056FC"/>
                </a:solidFill>
                <a:effectLst/>
                <a:latin typeface="fkGroteskNeue"/>
              </a:rPr>
              <a:t>: </a:t>
            </a:r>
            <a:r>
              <a:rPr lang="en-US" b="0" i="0" dirty="0">
                <a:solidFill>
                  <a:srgbClr val="0056FC"/>
                </a:solidFill>
                <a:effectLst/>
                <a:latin typeface="fkGroteskNeue"/>
              </a:rPr>
              <a:t>React</a:t>
            </a:r>
            <a:r>
              <a:rPr lang="ru-RU" b="0" i="0" dirty="0">
                <a:solidFill>
                  <a:srgbClr val="0056FC"/>
                </a:solidFill>
                <a:effectLst/>
                <a:latin typeface="fkGroteskNeue"/>
              </a:rPr>
              <a:t>-приложение </a:t>
            </a:r>
            <a:r>
              <a:rPr lang="ru-RU" b="0" i="0" dirty="0">
                <a:effectLst/>
                <a:latin typeface="fkGroteskNeue"/>
              </a:rPr>
              <a:t>с удобной навигацией и визуализацией навыков и совпадений.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9125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F9A915-3F81-CDE9-ECF5-0CA7FC2C1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i="0" dirty="0">
                <a:solidFill>
                  <a:srgbClr val="0056FC"/>
                </a:solidFill>
                <a:effectLst/>
                <a:latin typeface="fkGrotesk"/>
              </a:rPr>
              <a:t>Наше решение</a:t>
            </a:r>
            <a:endParaRPr lang="ru-RU" b="1" dirty="0">
              <a:solidFill>
                <a:srgbClr val="0056FC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3C4706-0C20-7FE1-544F-D4D11FF395CB}"/>
              </a:ext>
            </a:extLst>
          </p:cNvPr>
          <p:cNvSpPr txBox="1"/>
          <p:nvPr/>
        </p:nvSpPr>
        <p:spPr>
          <a:xfrm>
            <a:off x="5018556" y="4932595"/>
            <a:ext cx="21548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0056FC"/>
                </a:solidFill>
              </a:rPr>
              <a:t>Giga</a:t>
            </a:r>
            <a:r>
              <a:rPr lang="en-US" sz="4000" b="1" dirty="0"/>
              <a:t>NET</a:t>
            </a:r>
            <a:endParaRPr lang="ru-RU" sz="40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774B0E3-04AC-4F69-A83F-2A137FC9DE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1874" y="1996492"/>
            <a:ext cx="2948250" cy="286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041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011327-B75C-A6BF-1C8E-C655B85C8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056FC"/>
                </a:solidFill>
              </a:rPr>
              <a:t>Будущее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156D40-122D-F06B-7EA0-5C7FC79C7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Wingdings" panose="05000000000000000000" pitchFamily="2" charset="2"/>
              <a:buChar char="q"/>
            </a:pPr>
            <a:r>
              <a:rPr lang="ru-RU" b="0" i="0" dirty="0">
                <a:solidFill>
                  <a:srgbClr val="0056FC"/>
                </a:solidFill>
                <a:effectLst/>
                <a:latin typeface="fkGroteskNeue"/>
              </a:rPr>
              <a:t>Развиваем</a:t>
            </a:r>
            <a:r>
              <a:rPr lang="ru-RU" b="0" i="0" dirty="0">
                <a:effectLst/>
                <a:latin typeface="fkGroteskNeue"/>
              </a:rPr>
              <a:t> аналитический модуль: </a:t>
            </a:r>
            <a:r>
              <a:rPr lang="ru-RU" b="0" i="0" dirty="0" err="1">
                <a:effectLst/>
                <a:latin typeface="fkGroteskNeue"/>
              </a:rPr>
              <a:t>дашборды</a:t>
            </a:r>
            <a:r>
              <a:rPr lang="ru-RU" b="0" i="0" dirty="0">
                <a:effectLst/>
                <a:latin typeface="fkGroteskNeue"/>
              </a:rPr>
              <a:t> «социального поля» по интересам и навыкам в регионах.​</a:t>
            </a:r>
          </a:p>
          <a:p>
            <a:pPr algn="l">
              <a:buFont typeface="Wingdings" panose="05000000000000000000" pitchFamily="2" charset="2"/>
              <a:buChar char="q"/>
            </a:pPr>
            <a:r>
              <a:rPr lang="ru-RU" b="0" i="0" dirty="0">
                <a:solidFill>
                  <a:srgbClr val="0056FC"/>
                </a:solidFill>
                <a:effectLst/>
                <a:latin typeface="fkGroteskNeue"/>
              </a:rPr>
              <a:t>Поддерживаем</a:t>
            </a:r>
            <a:r>
              <a:rPr lang="ru-RU" b="0" i="0" dirty="0">
                <a:effectLst/>
                <a:latin typeface="fkGroteskNeue"/>
              </a:rPr>
              <a:t> сценарии для студентов, специалистов после релокации, </a:t>
            </a:r>
            <a:r>
              <a:rPr lang="ru-RU" b="0" i="0" dirty="0" err="1">
                <a:effectLst/>
                <a:latin typeface="fkGroteskNeue"/>
              </a:rPr>
              <a:t>фаундеров</a:t>
            </a:r>
            <a:r>
              <a:rPr lang="ru-RU" b="0" i="0" dirty="0">
                <a:effectLst/>
                <a:latin typeface="fkGroteskNeue"/>
              </a:rPr>
              <a:t> и HR с показом совместимости с командой.</a:t>
            </a:r>
          </a:p>
          <a:p>
            <a:pPr>
              <a:buFont typeface="Wingdings" panose="05000000000000000000" pitchFamily="2" charset="2"/>
              <a:buChar char="q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1240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A95038-651C-ECEF-4363-F33FCE36F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i="0" dirty="0">
                <a:solidFill>
                  <a:srgbClr val="0056FC"/>
                </a:solidFill>
                <a:effectLst/>
                <a:latin typeface="fkGrotesk"/>
              </a:rPr>
              <a:t>Заключение</a:t>
            </a:r>
            <a:endParaRPr lang="ru-RU" b="1" dirty="0">
              <a:solidFill>
                <a:srgbClr val="0056FC"/>
              </a:solidFill>
            </a:endParaRPr>
          </a:p>
        </p:txBody>
      </p:sp>
      <p:pic>
        <p:nvPicPr>
          <p:cNvPr id="4" name="Рисунок 3" descr="Изображение выглядит как Цвет электрик, Цвет Majorelle blue, символ, Прямоугольни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EB767AD-A7E1-7C12-1EC4-8B1C4CE5B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05" y="1690688"/>
            <a:ext cx="4230189" cy="493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81170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324</TotalTime>
  <Words>177</Words>
  <Application>Microsoft Office PowerPoint</Application>
  <PresentationFormat>Широкоэкранный</PresentationFormat>
  <Paragraphs>16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5" baseType="lpstr">
      <vt:lpstr>Aptos</vt:lpstr>
      <vt:lpstr>Aptos Display</vt:lpstr>
      <vt:lpstr>Arial</vt:lpstr>
      <vt:lpstr>fkGrotesk</vt:lpstr>
      <vt:lpstr>fkGroteskNeue</vt:lpstr>
      <vt:lpstr>Inter</vt:lpstr>
      <vt:lpstr>Wingdings</vt:lpstr>
      <vt:lpstr>Тема Office</vt:lpstr>
      <vt:lpstr>GigaNET  </vt:lpstr>
      <vt:lpstr>Giga Team</vt:lpstr>
      <vt:lpstr>Проблематика</vt:lpstr>
      <vt:lpstr>Стек</vt:lpstr>
      <vt:lpstr>Наше решение</vt:lpstr>
      <vt:lpstr>Будущее проекта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Олег Горнастаев</dc:creator>
  <cp:lastModifiedBy>Олег Горнастаев</cp:lastModifiedBy>
  <cp:revision>6</cp:revision>
  <dcterms:created xsi:type="dcterms:W3CDTF">2025-10-25T18:12:50Z</dcterms:created>
  <dcterms:modified xsi:type="dcterms:W3CDTF">2025-10-26T08:28:31Z</dcterms:modified>
</cp:coreProperties>
</file>